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59" r:id="rId6"/>
    <p:sldId id="260" r:id="rId7"/>
    <p:sldId id="271" r:id="rId8"/>
    <p:sldId id="263" r:id="rId9"/>
    <p:sldId id="288" r:id="rId10"/>
    <p:sldId id="291" r:id="rId11"/>
    <p:sldId id="272" r:id="rId12"/>
    <p:sldId id="261" r:id="rId13"/>
    <p:sldId id="262" r:id="rId14"/>
    <p:sldId id="273" r:id="rId15"/>
    <p:sldId id="264" r:id="rId16"/>
    <p:sldId id="289" r:id="rId17"/>
    <p:sldId id="290" r:id="rId18"/>
    <p:sldId id="274" r:id="rId19"/>
    <p:sldId id="265" r:id="rId20"/>
    <p:sldId id="266" r:id="rId21"/>
    <p:sldId id="267" r:id="rId22"/>
    <p:sldId id="268" r:id="rId23"/>
    <p:sldId id="269" r:id="rId24"/>
    <p:sldId id="275" r:id="rId25"/>
    <p:sldId id="276" r:id="rId26"/>
    <p:sldId id="277" r:id="rId27"/>
    <p:sldId id="278" r:id="rId28"/>
    <p:sldId id="280" r:id="rId29"/>
    <p:sldId id="281" r:id="rId30"/>
    <p:sldId id="270" r:id="rId31"/>
    <p:sldId id="28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9EE3F-2408-44F6-ABC9-23852DC1D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94BD06-F309-412B-B961-8185C1A7F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41049-93CA-4C89-B0B2-8213A96F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77E7EF-1CD3-47FE-88E0-60BD4E16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3BA05C-7370-40D7-A265-83DFBB6A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3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5682C-674A-4E2F-A659-443A330E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F5A7FC-AC11-47FC-805E-49857E8D2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00F3FE-CACD-4580-BDBD-B37F01D9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5FE9C3-C4B5-4211-85DB-1D30B0C1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62227-9849-4A67-B187-2B2F96E3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E2346-A633-4D1D-A3C8-AA77A0905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F86CC7-C716-4564-8D01-EDD47509F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A06E5C-4098-407A-917C-9EED1FA9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8146F-ED4B-4982-B17C-CA4A9CA1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7CB9BE-9283-4E80-A7D5-7278D099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0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51B0E-FEFC-441B-8E1B-B4A20C7C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C96D26-ECF0-4506-AD50-30DD702BB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0263E1-AC62-4135-BE45-B3B9D31C7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D3E253-43EC-42C3-976D-BE7C34C3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116594-4C1F-41C5-AF41-EF5AEF06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449D71-52BB-46CF-B05C-7549B762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1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1E0BE-0FC0-4E93-80FE-DC45A97C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3B2E1D-01A7-4C48-9D7B-48DAA6222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6A489D-52F0-4A7F-8234-7549415A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3576E9-F774-424A-AC24-ABC29A21B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2B59D6B-9AFE-42E4-BC27-5078F51FC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DE86D19-02B6-46A2-859B-983E4031E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63DD88-47B2-49E2-BFD4-C3F58478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B2183A-C76E-4EED-92CA-11AD2A7C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02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C686D-3425-433A-8601-33D4E865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E3B40D-DCE5-49D5-9749-89A1EC5A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6DDEDE-E2A3-4AD8-AF0B-7F351EE7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AA02E5-7D93-438E-803F-31B146EB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14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31787A-F273-4CE7-833D-F9B45567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BC2913-C8D7-4D7C-A144-54E5EAB3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CB7FD6-B3A8-473D-BB8E-5015B132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5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1E635-5347-4D71-8C9E-C8BDFCDB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20161-4BF1-416A-8CB1-BB7AB7BAC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4843E2-04D6-49D4-8DB4-54A6E5CB6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4D0D10-DC63-44E4-ADF3-9439D81C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10398D-ABF7-4413-987B-C8147A40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D77C18-5C8E-4224-832F-D6C45243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4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9F167-F050-4281-8A8F-ECF6A374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7ACFCD-F8BA-4B54-8E9D-CCCFFBF2E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61C247-FF8C-40B7-A4A9-6F5A9DED0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E8232C-0560-430C-AEAA-6CEA3248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B88B25-B918-4A6B-BF4E-C98361BD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23FFD2-6972-45BB-B27D-6A61FC07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09945-BD91-422C-8C77-B137C88C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E823C8-B69D-4D98-8FCE-1EF006026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242E99-6D3B-4E35-BB3F-636E6857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290624-CBDA-4565-85D5-DC019261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1F0F3F-9C0F-4F46-87C0-EAB9C3A2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B0E06E-8789-491A-99E0-867DC9883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DE8E26-F195-4A51-ABCB-C87666740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4F655D-F0EB-4F71-BBD0-53422438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1A9E69-D9CE-47B9-A598-A58DDFFF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A79BBA-E6C8-4F26-9F7F-3B0D392A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93CDB-9670-49C6-8DFF-A023976B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DA2653-3C59-45A0-B57C-6590FD1C1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D184E4-052A-4C4F-9E3E-C5133AA27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1EAC0-1614-4D8F-84BF-EFBB17D234A0}" type="datetimeFigureOut">
              <a:rPr lang="en-US" smtClean="0"/>
              <a:t>2026-04-01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E8A83-D344-46D0-A277-79A6C38C1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2FBBCC-C946-443D-8658-B1915AF38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1EB73-680F-4BA1-91D2-BA0CF110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3BCB86-7ADF-404B-90D1-0069A6ED8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857FEA-C5C7-4D11-914C-2908B00C7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224" y="524435"/>
            <a:ext cx="9577551" cy="5809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420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EB7378-053B-493D-82FD-3626594B8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DFD197-3AB1-42CF-B3DC-FC98843B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71" y="720690"/>
            <a:ext cx="9933057" cy="54166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841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F528AE5-235E-4AE1-856F-68E482154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C79CCB-607F-4718-A142-629E330AD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19" y="540005"/>
            <a:ext cx="10423361" cy="57779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2121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9BA898-CEAF-4E85-A8FD-3BA6FF66B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4D749D-1F77-4825-8345-128D9F86C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3" y="56968"/>
            <a:ext cx="10784541" cy="65724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2126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CAD035-E967-4947-8D11-557C0CC5B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9A012D-2AB2-4D18-87A3-DC927CC7D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620" y="166465"/>
            <a:ext cx="8329061" cy="65250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623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E69963D-C764-4BBB-8801-4D6F0FEDC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D1E681-B1E1-4F67-A61C-3DF7BAC5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40" y="621334"/>
            <a:ext cx="10137119" cy="561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36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97A66C-0E43-4285-AC31-7124085FF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4A95A8-0583-4215-8F88-4AB0F1AC3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36" y="96812"/>
            <a:ext cx="10338328" cy="66643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285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25622F-70E1-4578-BFC6-E58B45073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21AC71-6BDC-48DB-B231-9A0D863C6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77" y="835015"/>
            <a:ext cx="10710646" cy="51879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9698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BEBFD8-2D75-4212-B5C2-EE0E29A8F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3AAF46B-CE48-4410-929A-BBE22C617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8" y="268941"/>
            <a:ext cx="10448363" cy="64142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1252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11B31C-8554-4BE3-A29B-96B67AE5D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F9ACF9-BAA7-470C-92B2-2F5ED1257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24" y="353168"/>
            <a:ext cx="9432552" cy="61516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2805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8501FF-AF49-4FB0-AD6C-7B50C130A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B86ACC-90C2-4AF9-A6B7-2C5A930E5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948302-4F06-4B1F-BC75-B0A3CDF80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848" y="282388"/>
            <a:ext cx="6654303" cy="64232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257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1B2888-4BC1-4C2A-A7C5-69715CE5E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5C8ECC-6C67-408F-8AFB-E97D102F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65" y="389965"/>
            <a:ext cx="11143069" cy="607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59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0DFBAA-5FA0-493A-9C70-40D666702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F2012D-D049-4A74-9EB1-4F90D6F94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9E3C1D-B403-44D6-84B5-EBE52E264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06" y="463923"/>
            <a:ext cx="10771788" cy="5930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6932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D96F69-A4E1-467A-BCD3-0E2CB6D7E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CB113D-C074-4A9D-AABE-CEDFBB020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62" y="285891"/>
            <a:ext cx="11112876" cy="6286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46150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F91086-AA0D-4F00-B569-1199FAFC9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7A3ED5-07E8-426A-9529-7446753E2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47" y="270495"/>
            <a:ext cx="11766177" cy="62244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52080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66DFFB-7604-4B16-A487-7C8CD5CE5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1C1BEB-01A2-4CA3-8056-12C6451DF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723" y="944094"/>
            <a:ext cx="6082553" cy="54835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576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AA5CE0-9118-40FB-8457-561026DEA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444AEA-C09F-4BCB-890A-F2C9DD983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43" y="619527"/>
            <a:ext cx="10501913" cy="5825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5962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36062-140C-4322-973B-F410EC3CA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27B50E-EE53-4911-ADC3-35694FC6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605" y="221877"/>
            <a:ext cx="8054789" cy="64142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52015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1B3764-5F47-47EB-B8CD-5598A5FBC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D0E2D1-207E-4DA1-9416-D06AE5C6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729"/>
            <a:ext cx="12192000" cy="6279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92106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B764FB4-AF54-4293-B58C-7E68A4061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C87FCB-B7BE-4166-B096-EC71176AD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153"/>
            <a:ext cx="12192000" cy="64276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0390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5071ABD-CC12-4906-AA95-DA0D1F543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DADFC5-43A9-4866-8F8F-D95641CA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05" y="441468"/>
            <a:ext cx="9234190" cy="59750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21842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0C2285-8893-4A41-A545-B00F244EA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42D61D-B1EE-4B05-A16E-2E89152B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010" y="609111"/>
            <a:ext cx="7145980" cy="56397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4675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2E58B8E-2D7D-45A5-99D2-396B7A45C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A3308F-DB64-4387-828B-4439707C9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8" y="707350"/>
            <a:ext cx="11745964" cy="5443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51034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87BEEB-798B-4AE9-A4D6-FF96B9D60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D4DA30-116C-4933-A46F-0F6CA6DFD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14" y="803478"/>
            <a:ext cx="9876571" cy="52510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42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A6F512-32E8-4483-A022-4E94D31F3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F155CC-947F-4590-9F62-CA0506772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61" y="814002"/>
            <a:ext cx="10095878" cy="52299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7100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D6AD24-19A3-4197-89E2-FAEABD665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1A39E6-0869-4B0E-A77F-34B4CE513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505" y="735150"/>
            <a:ext cx="8168990" cy="5387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14444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A6F014-F2E4-4B4F-A149-AC1E80EFB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9F8911-25AA-4DCB-90E2-AB75E28B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20" y="900435"/>
            <a:ext cx="9870959" cy="5057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5822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7CD9830-8E9A-4C97-ABA7-8B616657D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450D41-9865-4742-AA1F-4DC85D489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4" y="736819"/>
            <a:ext cx="10101932" cy="53843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99246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C88E74-D6CB-4605-85D7-648221D90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423979-44EA-4FCA-8E02-DDE0CFBF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55" y="644984"/>
            <a:ext cx="9603289" cy="55680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37189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4F513F6-2584-4C92-9592-6B1790D3C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43B6CA-852D-4808-8943-AFFF103F6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90" y="146517"/>
            <a:ext cx="8648420" cy="32824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BBF67E-5576-42BB-9AED-3396236D7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795" y="3902991"/>
            <a:ext cx="5287758" cy="2496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53444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EDD3FA-32CE-4EB7-9FF3-7F4F6B388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90"/>
            <a:ext cx="12191999" cy="683751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DEB62B-9DA6-4E4A-A014-265CFA694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35" y="262537"/>
            <a:ext cx="9829800" cy="41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25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FFBC56-7787-4C9E-B3A4-FF20BDC0A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620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0</Words>
  <Application>Microsoft Office PowerPoint</Application>
  <PresentationFormat>Широкоэкранный</PresentationFormat>
  <Paragraphs>0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Maruf Amonturdiyev</dc:creator>
  <cp:lastModifiedBy>Maruf Amonturdiyev</cp:lastModifiedBy>
  <cp:revision>7</cp:revision>
  <dcterms:created xsi:type="dcterms:W3CDTF">2026-03-31T15:59:33Z</dcterms:created>
  <dcterms:modified xsi:type="dcterms:W3CDTF">2026-04-01T02:34:22Z</dcterms:modified>
</cp:coreProperties>
</file>